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Prediction</a:t>
            </a:r>
          </a:p>
          <a:p>
            <a:r>
              <a:t>Machine Learning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Project PPT</a:t>
            </a:r>
          </a:p>
          <a:p>
            <a:r>
              <a:t>(Automatically Generated)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churn occurs when customers stop using a service.</a:t>
            </a:r>
          </a:p>
          <a:p>
            <a:r>
              <a:t>• Telecom companies lose revenue when customers leave.</a:t>
            </a:r>
          </a:p>
          <a:p>
            <a:r>
              <a:t>• ML helps identify customers likely to churn.</a:t>
            </a:r>
          </a:p>
          <a:p>
            <a:r>
              <a:t>• Purpose: Build a predictive model and analyze important factors.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Dataset: Telco Customer Churn</a:t>
            </a:r>
          </a:p>
          <a:p>
            <a:r>
              <a:t>• Total Rows: 7,043</a:t>
            </a:r>
          </a:p>
          <a:p>
            <a:r>
              <a:t>• Features: 21</a:t>
            </a:r>
          </a:p>
          <a:p>
            <a:r>
              <a:t>• Includes demographics, account info, services, and billing</a:t>
            </a:r>
          </a:p>
          <a:p>
            <a:r>
              <a:t>• Target variable: Churn (Yes/No)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Converted TotalCharges to numeric</a:t>
            </a:r>
          </a:p>
          <a:p>
            <a:r>
              <a:t>• Removed rows with missing values</a:t>
            </a:r>
          </a:p>
          <a:p>
            <a:r>
              <a:t>• Dropped irrelevant columns (customerID)</a:t>
            </a:r>
          </a:p>
          <a:p>
            <a:r>
              <a:t>• Ensured dataset is consistent for ML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Encoded Yes/No columns to binary</a:t>
            </a:r>
          </a:p>
          <a:p>
            <a:r>
              <a:t>• Applied one-hot encoding for categorical features</a:t>
            </a:r>
          </a:p>
          <a:p>
            <a:r>
              <a:t>• Scaled numerical features: tenure, MonthlyCharges, TotalCharges</a:t>
            </a:r>
          </a:p>
          <a:p>
            <a:r>
              <a:t>• Train-test split: 80/20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</a:t>
            </a:r>
          </a:p>
          <a:p>
            <a:r>
              <a:t>    - Baseline model</a:t>
            </a:r>
          </a:p>
          <a:p>
            <a:r>
              <a:t>    - Accuracy ≈ 75%</a:t>
            </a:r>
          </a:p>
          <a:p/>
          <a:p>
            <a:r>
              <a:t>• Random Forest Classifier</a:t>
            </a:r>
          </a:p>
          <a:p>
            <a:r>
              <a:t>    - Accuracy ≈ 78%</a:t>
            </a:r>
          </a:p>
          <a:p>
            <a:r>
              <a:t>    - Handles nonlinear patterns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Hyperparameter Tuning (GridSearchCV)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Tuned Random Forest parameters:</a:t>
            </a:r>
          </a:p>
          <a:p>
            <a:r>
              <a:t>    - n_estimators = 400</a:t>
            </a:r>
          </a:p>
          <a:p>
            <a:r>
              <a:t>    - max_depth = 6</a:t>
            </a:r>
          </a:p>
          <a:p>
            <a:r>
              <a:t>    - min_samples_split = 2</a:t>
            </a:r>
          </a:p>
          <a:p>
            <a:r>
              <a:t>    - max_features = None</a:t>
            </a:r>
          </a:p>
          <a:p>
            <a:r>
              <a:t>• Best ROC-AUC ≈ 0.83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Confusion Matrix</a:t>
            </a:r>
          </a:p>
          <a:p>
            <a:r>
              <a:t>• Precision, Recall, F1-score</a:t>
            </a:r>
          </a:p>
          <a:p>
            <a:r>
              <a:t>• ROC Curve (AUC ≈ 0.83)</a:t>
            </a:r>
          </a:p>
          <a:p>
            <a:r>
              <a:t>• Feature Importance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Month-to-month contract customers churn more.</a:t>
            </a:r>
          </a:p>
          <a:p>
            <a:r>
              <a:t>• Fiber optic users have higher churn.</a:t>
            </a:r>
          </a:p>
          <a:p>
            <a:r>
              <a:t>• Customers with no online security churn more.</a:t>
            </a:r>
          </a:p>
          <a:p>
            <a:r>
              <a:t>• Low tenure customers are at highest risk.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(tuned) is the best model.</a:t>
            </a:r>
          </a:p>
          <a:p>
            <a:r>
              <a:t>• Provides actionable business insights.</a:t>
            </a:r>
          </a:p>
          <a:p>
            <a:r>
              <a:t>• Helps telecom companies reduce churn.</a:t>
            </a:r>
          </a:p>
          <a:p>
            <a:r>
              <a:t>• Project demonstrates end‑to‑end data science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